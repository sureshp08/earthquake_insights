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3" r:id="rId6"/>
    <p:sldId id="257" r:id="rId7"/>
    <p:sldId id="258" r:id="rId8"/>
    <p:sldId id="259" r:id="rId9"/>
    <p:sldId id="260" r:id="rId10"/>
    <p:sldId id="261" r:id="rId11"/>
    <p:sldId id="262" r:id="rId12"/>
    <p:sldId id="266" r:id="rId13"/>
    <p:sldId id="265" r:id="rId14"/>
    <p:sldId id="264" r:id="rId15"/>
    <p:sldId id="271" r:id="rId16"/>
    <p:sldId id="272" r:id="rId17"/>
    <p:sldId id="273" r:id="rId18"/>
    <p:sldId id="270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72" autoAdjust="0"/>
  </p:normalViewPr>
  <p:slideViewPr>
    <p:cSldViewPr snapToGrid="0" showGuides="1">
      <p:cViewPr varScale="1">
        <p:scale>
          <a:sx n="120" d="100"/>
          <a:sy n="120" d="100"/>
        </p:scale>
        <p:origin x="120" y="2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C2305-9043-45AE-B8A1-6062D50396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78E2A-85D5-4000-9B88-C859F52C62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DE46C-81A1-43FB-B8E4-2C816F921C1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B4D7C-FE5D-4098-B2E3-E316DB9314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8A0E0-112E-4F75-AC4A-C0B7F1AD58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CE16A-B08D-4117-9FC3-8F9667F451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224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2EB95-E92B-4DBE-A5E5-BAD87330878F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67C96-DDCA-4867-8F69-39EABFA21D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34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9FF4-5E5F-4912-946D-1F8AA7DD0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750" y="5010150"/>
            <a:ext cx="10096500" cy="92075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15329-8D3B-422F-AA3D-157CACBFF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750" y="6022975"/>
            <a:ext cx="10096500" cy="447675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E73B6-12C8-4526-AFDD-485DCDEC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FA7DF-AC95-4A3E-9FF1-D1EEF9A9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5EF6D-8758-44B9-80C1-865573FC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465532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8E54-9AB1-4023-B313-DAA68FF9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6"/>
            <a:ext cx="8334376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CF06-5751-4231-87AC-844D3099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16002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20574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4EF7-5BD4-4CC1-86B2-20669198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866A4-9B1B-430F-9496-791F98E7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E284F-A5B5-4877-B286-3934B0CF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720093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8E54-9AB1-4023-B313-DAA68FF9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6"/>
            <a:ext cx="8334376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CF06-5751-4231-87AC-844D3099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16002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20574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4EF7-5BD4-4CC1-86B2-20669198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866A4-9B1B-430F-9496-791F98E7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E284F-A5B5-4877-B286-3934B0CF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29602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8E54-9AB1-4023-B313-DAA68FF9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6"/>
            <a:ext cx="8334376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CF06-5751-4231-87AC-844D3099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16002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20574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4EF7-5BD4-4CC1-86B2-20669198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866A4-9B1B-430F-9496-791F98E7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E284F-A5B5-4877-B286-3934B0CF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8900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8E54-9AB1-4023-B313-DAA68FF9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6"/>
            <a:ext cx="8334376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CF06-5751-4231-87AC-844D3099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16002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20574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4EF7-5BD4-4CC1-86B2-20669198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866A4-9B1B-430F-9496-791F98E7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E284F-A5B5-4877-B286-3934B0CF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2171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8E54-9AB1-4023-B313-DAA68FF9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6"/>
            <a:ext cx="8334376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CF06-5751-4231-87AC-844D3099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16002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2057400" indent="-2286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4EF7-5BD4-4CC1-86B2-20669198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866A4-9B1B-430F-9496-791F98E7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E284F-A5B5-4877-B286-3934B0CF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167873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8E54-9AB1-4023-B313-DAA68FF9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6"/>
            <a:ext cx="8334376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CF06-5751-4231-87AC-844D3099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16002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2057400" indent="-2286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4EF7-5BD4-4CC1-86B2-20669198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866A4-9B1B-430F-9496-791F98E7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E284F-A5B5-4877-B286-3934B0CF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90075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1EA3-7A44-46A8-ADD1-49A86819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8A95B-E3CE-4DF9-A937-352579E07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E0A1-A234-4723-9A8B-9953B074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0E8EE-0E90-43CC-8FE4-FA9250EA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68176-4163-4C33-836A-76EB72B1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832601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7676-EC29-4165-8827-31A796A5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C2F3-3146-4BA4-BB45-307B565E5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36B48-EF6E-4251-B29E-53E1ECFC0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EBFFA-A3D5-4A79-B1BA-2B6B1290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23E26-DC40-4545-BC3B-1806EBB0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F3FAA-2A19-4F15-8EC3-24BC48AE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414070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92F6-2683-48CC-8D7E-FE38C1BC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47D80-7253-4EDA-AC92-046C9252F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E2FBC-BD33-408B-A4B8-F549EEAF3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1533F-CF3A-438B-BDD0-C62361C2B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458CD-9CDB-4739-8458-48D272DEE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F8DC93-E93F-4A50-ADB0-9EE2165C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FA520-E658-463E-8A0D-EE534D40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BE62E8-6627-457B-A399-6940743B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77992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7B8F-BB4C-438E-B20F-B5D22093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52D7C-535C-4791-95A0-0ADE1FE2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2D6CD-AAE4-4950-A472-5746151E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611B8-5EF5-4CC9-BA21-964C17EF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77511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2286C-FC05-4E04-B5E3-BAF73890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94715-CAD1-456B-9E7F-03949E56B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30D97-ACB7-42B4-A0E1-206D3314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93959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1DCB-E1BF-4CD2-A3C6-46F9F238F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DB849-A401-466F-9204-F0A3908C0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75B32-3BAE-4777-9C23-54E1D0079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C40EE-1B75-458D-AF59-CAC04EF0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A8C00-828C-4B27-9216-79AC88D6C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09B04-31F5-442A-B35E-A7B7E884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96063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6A52-C5F1-4FC3-A378-45755CEC2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12394-5379-4E31-8506-206BAB030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5D635-F5A6-441F-BBC9-678B16150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8000F-4965-4CE3-BF8F-EC9FC295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8240B-235F-46A0-8537-3D038A5C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4CB97-83FB-4ABC-AA99-0D55D6D0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660053"/>
      </p:ext>
    </p:extLst>
  </p:cSld>
  <p:clrMapOvr>
    <a:masterClrMapping/>
  </p:clrMapOvr>
  <p:transition spd="slow">
    <p:wipe/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A17C0-CB34-4E70-B05D-441906BC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CAE9C-F4E8-4259-8A6C-F5AE76F82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2FBD9-ADFB-4D9B-AF79-E21F43A5B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A8159-6B10-4896-B6E2-2809ECD1D84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A027E-6F89-462F-94DD-00F66DAFD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29C0-CADC-4330-89DB-01C0DFA67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A02C9-A0CD-4A0B-81BC-708D5026A1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29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</p:sldLayoutIdLst>
  <p:transition spd="slow">
    <p:wipe/>
    <p:sndAc>
      <p:stSnd>
        <p:snd r:embed="rId16" name="click.wav"/>
      </p:stSnd>
    </p:sndAc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A3B1-85F8-4B51-95B6-BDDF16F35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750" y="1722210"/>
            <a:ext cx="10096500" cy="920750"/>
          </a:xfrm>
        </p:spPr>
        <p:txBody>
          <a:bodyPr>
            <a:noAutofit/>
          </a:bodyPr>
          <a:lstStyle/>
          <a:p>
            <a:r>
              <a:rPr lang="en-US" sz="4400" b="0" i="0" u="none" strike="noStrike" dirty="0">
                <a:effectLst/>
                <a:latin typeface="Times New Roman" panose="02020603050405020304" pitchFamily="18" charset="0"/>
              </a:rPr>
              <a:t>Global Seismic Trends: Data-Driven Earthquake Insights.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CD44C-88EA-4854-B39D-5EEC3BEF4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750" y="2642960"/>
            <a:ext cx="10096500" cy="447675"/>
          </a:xfrm>
        </p:spPr>
        <p:txBody>
          <a:bodyPr>
            <a:noAutofit/>
          </a:bodyPr>
          <a:lstStyle/>
          <a:p>
            <a:r>
              <a:rPr lang="en-US" sz="2800" dirty="0"/>
              <a:t>BY</a:t>
            </a:r>
          </a:p>
          <a:p>
            <a:r>
              <a:rPr lang="en-US" sz="2800" dirty="0">
                <a:latin typeface="Arial Black" panose="020B0A04020102020204" pitchFamily="34" charset="0"/>
              </a:rPr>
              <a:t>-SURESH P</a:t>
            </a:r>
          </a:p>
        </p:txBody>
      </p:sp>
    </p:spTree>
    <p:extLst>
      <p:ext uri="{BB962C8B-B14F-4D97-AF65-F5344CB8AC3E}">
        <p14:creationId xmlns:p14="http://schemas.microsoft.com/office/powerpoint/2010/main" val="3017871120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F14CF72-A5B5-4FD5-ADAC-56D3A87F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04794"/>
            <a:ext cx="11332029" cy="1224729"/>
          </a:xfrm>
        </p:spPr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1806545-04DE-3F7B-4456-FCF0C4838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053424"/>
            <a:ext cx="11332029" cy="3687417"/>
          </a:xfrm>
        </p:spPr>
        <p:txBody>
          <a:bodyPr>
            <a:normAutofit/>
          </a:bodyPr>
          <a:lstStyle/>
          <a:p>
            <a:r>
              <a:rPr sz="3600" dirty="0"/>
              <a:t>Utility that downloads earthquake data from USGS API</a:t>
            </a:r>
            <a:endParaRPr lang="en-IN" sz="3600" dirty="0"/>
          </a:p>
          <a:p>
            <a:r>
              <a:rPr lang="en-IN" sz="3600" dirty="0"/>
              <a:t>Data extraction in python </a:t>
            </a:r>
            <a:endParaRPr sz="3600" dirty="0"/>
          </a:p>
          <a:p>
            <a:r>
              <a:rPr sz="3600" dirty="0"/>
              <a:t>Stores data in MySQL database</a:t>
            </a:r>
          </a:p>
          <a:p>
            <a:r>
              <a:rPr sz="3600" dirty="0"/>
              <a:t>Provides analysis via SQL queries</a:t>
            </a:r>
          </a:p>
          <a:p>
            <a:r>
              <a:rPr sz="3600" dirty="0"/>
              <a:t>Interactive </a:t>
            </a:r>
            <a:r>
              <a:rPr sz="3600" dirty="0" err="1"/>
              <a:t>Streamlit</a:t>
            </a:r>
            <a:r>
              <a:rPr sz="3600" dirty="0"/>
              <a:t> dashboard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541583471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C05C902-8CC2-DA47-B0C6-5546301E7943}"/>
              </a:ext>
            </a:extLst>
          </p:cNvPr>
          <p:cNvSpPr txBox="1">
            <a:spLocks/>
          </p:cNvSpPr>
          <p:nvPr/>
        </p:nvSpPr>
        <p:spPr>
          <a:xfrm>
            <a:off x="457199" y="274637"/>
            <a:ext cx="11054443" cy="1535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KEY COMPONENTS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87DA628-B45F-7495-F6EB-04CE3AB974E9}"/>
              </a:ext>
            </a:extLst>
          </p:cNvPr>
          <p:cNvSpPr txBox="1">
            <a:spLocks/>
          </p:cNvSpPr>
          <p:nvPr/>
        </p:nvSpPr>
        <p:spPr>
          <a:xfrm>
            <a:off x="457199" y="2008266"/>
            <a:ext cx="11054443" cy="6079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/>
              <a:t>earthquake_trend_analyzer.py – Data ingestion</a:t>
            </a:r>
          </a:p>
          <a:p>
            <a:r>
              <a:rPr lang="en-IN" sz="3600" dirty="0"/>
              <a:t>streamlit_dashboard.py – Dashboard interface</a:t>
            </a:r>
          </a:p>
          <a:p>
            <a:r>
              <a:rPr lang="en-IN" sz="3600" dirty="0" err="1"/>
              <a:t>earthquake_analysis.sql</a:t>
            </a:r>
            <a:r>
              <a:rPr lang="en-IN" sz="3600" dirty="0"/>
              <a:t> – 30 analytical queries</a:t>
            </a:r>
          </a:p>
          <a:p>
            <a:r>
              <a:rPr lang="en-IN" sz="3600" dirty="0"/>
              <a:t>Readme.md – Database setup guide</a:t>
            </a:r>
          </a:p>
        </p:txBody>
      </p:sp>
    </p:spTree>
    <p:extLst>
      <p:ext uri="{BB962C8B-B14F-4D97-AF65-F5344CB8AC3E}">
        <p14:creationId xmlns:p14="http://schemas.microsoft.com/office/powerpoint/2010/main" val="1852513965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2E7487-257F-0C0C-F078-167B69E79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7"/>
            <a:ext cx="11446329" cy="1241223"/>
          </a:xfrm>
        </p:spPr>
        <p:txBody>
          <a:bodyPr/>
          <a:lstStyle/>
          <a:p>
            <a:r>
              <a:rPr lang="en-IN" dirty="0"/>
              <a:t>SYSTEM WORKFLOW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EC9AEC-233A-05DD-C283-2F7224515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446329" cy="4914900"/>
          </a:xfrm>
        </p:spPr>
        <p:txBody>
          <a:bodyPr>
            <a:normAutofit/>
          </a:bodyPr>
          <a:lstStyle/>
          <a:p>
            <a:r>
              <a:rPr sz="3600" dirty="0"/>
              <a:t>1. Fetch earthquake data from USGS API</a:t>
            </a:r>
          </a:p>
          <a:p>
            <a:r>
              <a:rPr sz="3600" dirty="0"/>
              <a:t>2. Convert to pandas </a:t>
            </a:r>
            <a:r>
              <a:rPr sz="3600" dirty="0" err="1"/>
              <a:t>DataFrame</a:t>
            </a:r>
            <a:endParaRPr sz="3600" dirty="0"/>
          </a:p>
          <a:p>
            <a:r>
              <a:rPr sz="3600" dirty="0"/>
              <a:t>3. Store in MySQL database</a:t>
            </a:r>
          </a:p>
          <a:p>
            <a:r>
              <a:rPr sz="3600" dirty="0"/>
              <a:t>4. Run SQL queries</a:t>
            </a:r>
          </a:p>
          <a:p>
            <a:r>
              <a:rPr sz="3600" dirty="0"/>
              <a:t>5. Visualize results in dashboard</a:t>
            </a:r>
            <a:r>
              <a:rPr lang="en-IN" sz="3600" dirty="0"/>
              <a:t>(</a:t>
            </a:r>
            <a:r>
              <a:rPr lang="en-IN" sz="3600" dirty="0" err="1"/>
              <a:t>Streamlit</a:t>
            </a:r>
            <a:r>
              <a:rPr lang="en-IN" sz="3600" dirty="0"/>
              <a:t>)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255499886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CBBFEA8-3F00-47C8-A3B2-BFD03F99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734800" cy="1212358"/>
          </a:xfrm>
        </p:spPr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0C5E4F-3B9C-221C-0F9F-9EA10C3DB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734800" cy="4800600"/>
          </a:xfrm>
        </p:spPr>
        <p:txBody>
          <a:bodyPr>
            <a:normAutofit/>
          </a:bodyPr>
          <a:lstStyle/>
          <a:p>
            <a:r>
              <a:rPr sz="3600" dirty="0"/>
              <a:t>Python 3.8+</a:t>
            </a:r>
          </a:p>
          <a:p>
            <a:r>
              <a:rPr sz="3600" dirty="0"/>
              <a:t>Requests – API calls</a:t>
            </a:r>
          </a:p>
          <a:p>
            <a:r>
              <a:rPr sz="3600" dirty="0"/>
              <a:t>Pandas – Data processing</a:t>
            </a:r>
            <a:endParaRPr lang="en-IN" sz="3600" dirty="0"/>
          </a:p>
          <a:p>
            <a:r>
              <a:rPr lang="en-IN" sz="3600" b="0" dirty="0" err="1">
                <a:effectLst/>
              </a:rPr>
              <a:t>mysql</a:t>
            </a:r>
            <a:r>
              <a:rPr lang="en-IN" sz="3600" b="0" dirty="0">
                <a:effectLst/>
              </a:rPr>
              <a:t>-connector-python</a:t>
            </a:r>
            <a:endParaRPr lang="en-IN" sz="3600" dirty="0"/>
          </a:p>
          <a:p>
            <a:r>
              <a:rPr sz="3600" dirty="0"/>
              <a:t>MySQL – Database</a:t>
            </a:r>
          </a:p>
          <a:p>
            <a:r>
              <a:rPr sz="3600" dirty="0" err="1"/>
              <a:t>Streamlit</a:t>
            </a:r>
            <a:r>
              <a:rPr sz="3600" dirty="0"/>
              <a:t> – Dashboard</a:t>
            </a:r>
          </a:p>
        </p:txBody>
      </p:sp>
    </p:spTree>
    <p:extLst>
      <p:ext uri="{BB962C8B-B14F-4D97-AF65-F5344CB8AC3E}">
        <p14:creationId xmlns:p14="http://schemas.microsoft.com/office/powerpoint/2010/main" val="59454120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6FFAC23-DD06-B641-63EB-CE5B52A6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734800" cy="1208234"/>
          </a:xfrm>
        </p:spPr>
        <p:txBody>
          <a:bodyPr/>
          <a:lstStyle/>
          <a:p>
            <a:r>
              <a:rPr lang="en-IN" dirty="0"/>
              <a:t>DATABASE STRUCTURE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779BD5-C566-894C-1266-382174AF1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734800" cy="4784271"/>
          </a:xfrm>
        </p:spPr>
        <p:txBody>
          <a:bodyPr>
            <a:normAutofit/>
          </a:bodyPr>
          <a:lstStyle/>
          <a:p>
            <a:r>
              <a:rPr sz="3600" dirty="0"/>
              <a:t>Table: earthquakes</a:t>
            </a:r>
          </a:p>
          <a:p>
            <a:r>
              <a:rPr sz="3600" dirty="0"/>
              <a:t>Fields include:</a:t>
            </a:r>
          </a:p>
          <a:p>
            <a:r>
              <a:rPr sz="3600" dirty="0"/>
              <a:t>ID, Time, Latitude, Longitude, Depth, Magnitude</a:t>
            </a:r>
          </a:p>
          <a:p>
            <a:r>
              <a:rPr sz="3600" dirty="0"/>
              <a:t>Alert level, Status, Tsunami flag</a:t>
            </a:r>
          </a:p>
          <a:p>
            <a:r>
              <a:rPr sz="3600" dirty="0"/>
              <a:t>Station count, RMS error, Network code</a:t>
            </a:r>
          </a:p>
        </p:txBody>
      </p:sp>
    </p:spTree>
    <p:extLst>
      <p:ext uri="{BB962C8B-B14F-4D97-AF65-F5344CB8AC3E}">
        <p14:creationId xmlns:p14="http://schemas.microsoft.com/office/powerpoint/2010/main" val="471062924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F753561-9BA1-8502-6D10-647D0114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462657" cy="1154626"/>
          </a:xfrm>
        </p:spPr>
        <p:txBody>
          <a:bodyPr/>
          <a:lstStyle/>
          <a:p>
            <a:r>
              <a:rPr lang="en-IN" dirty="0"/>
              <a:t>DATA COLLECTION DETAILS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6283C0C-E030-BB5D-18E4-BB086F630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462657" cy="4572000"/>
          </a:xfrm>
        </p:spPr>
        <p:txBody>
          <a:bodyPr>
            <a:normAutofit/>
          </a:bodyPr>
          <a:lstStyle/>
          <a:p>
            <a:r>
              <a:rPr sz="4000" dirty="0"/>
              <a:t>Source: USGS Earthquake API</a:t>
            </a:r>
          </a:p>
          <a:p>
            <a:r>
              <a:rPr sz="4000" dirty="0"/>
              <a:t>Fetches events with magnitude ≥ 3</a:t>
            </a:r>
          </a:p>
          <a:p>
            <a:r>
              <a:rPr sz="4000" dirty="0"/>
              <a:t>Default range: Last 5 years</a:t>
            </a:r>
          </a:p>
          <a:p>
            <a:r>
              <a:rPr sz="4000" dirty="0"/>
              <a:t>Approx. 5k–10k records per year</a:t>
            </a:r>
          </a:p>
          <a:p>
            <a:r>
              <a:rPr sz="4000" dirty="0"/>
              <a:t>Monthly pagination avoids API limits</a:t>
            </a:r>
          </a:p>
        </p:txBody>
      </p:sp>
    </p:spTree>
    <p:extLst>
      <p:ext uri="{BB962C8B-B14F-4D97-AF65-F5344CB8AC3E}">
        <p14:creationId xmlns:p14="http://schemas.microsoft.com/office/powerpoint/2010/main" val="3657973790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7440CAF-7FE6-0DB5-BF16-9F407021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17729" cy="1142255"/>
          </a:xfrm>
        </p:spPr>
        <p:txBody>
          <a:bodyPr/>
          <a:lstStyle/>
          <a:p>
            <a:r>
              <a:rPr lang="en-IN" dirty="0"/>
              <a:t>DASHBOARD FEATURES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4C4F88-E499-4074-B924-F2BF55E3C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11217729" cy="4523014"/>
          </a:xfrm>
        </p:spPr>
        <p:txBody>
          <a:bodyPr>
            <a:normAutofit/>
          </a:bodyPr>
          <a:lstStyle/>
          <a:p>
            <a:r>
              <a:rPr sz="3600" dirty="0"/>
              <a:t>Dropdown query selection</a:t>
            </a:r>
          </a:p>
          <a:p>
            <a:r>
              <a:rPr sz="3600" dirty="0"/>
              <a:t>Execute query button</a:t>
            </a:r>
          </a:p>
          <a:p>
            <a:r>
              <a:rPr sz="3600" dirty="0"/>
              <a:t>Formatted results table</a:t>
            </a:r>
          </a:p>
          <a:p>
            <a:r>
              <a:rPr sz="3600" dirty="0"/>
              <a:t>Download results as CSV</a:t>
            </a:r>
          </a:p>
          <a:p>
            <a:r>
              <a:rPr sz="3600" dirty="0"/>
              <a:t>Auto reconnect database</a:t>
            </a:r>
          </a:p>
        </p:txBody>
      </p:sp>
    </p:spTree>
    <p:extLst>
      <p:ext uri="{BB962C8B-B14F-4D97-AF65-F5344CB8AC3E}">
        <p14:creationId xmlns:p14="http://schemas.microsoft.com/office/powerpoint/2010/main" val="4055586292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EB1317-8745-9FEF-EE39-049E29AF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17729" cy="1183492"/>
          </a:xfrm>
        </p:spPr>
        <p:txBody>
          <a:bodyPr/>
          <a:lstStyle/>
          <a:p>
            <a:r>
              <a:rPr lang="en-IN" dirty="0"/>
              <a:t>ANALYSIS CATEGORIES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8ACCE3-B2E5-CD50-2677-2931DFA47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17729" cy="4686300"/>
          </a:xfrm>
        </p:spPr>
        <p:txBody>
          <a:bodyPr>
            <a:normAutofit/>
          </a:bodyPr>
          <a:lstStyle/>
          <a:p>
            <a:r>
              <a:rPr sz="4000" dirty="0"/>
              <a:t>Magnitude &amp; Depth Analysis</a:t>
            </a:r>
          </a:p>
          <a:p>
            <a:r>
              <a:rPr sz="4000" dirty="0"/>
              <a:t>Time Patterns</a:t>
            </a:r>
          </a:p>
          <a:p>
            <a:r>
              <a:rPr sz="4000" dirty="0"/>
              <a:t>Event Quality &amp; Status</a:t>
            </a:r>
          </a:p>
          <a:p>
            <a:r>
              <a:rPr sz="4000" dirty="0"/>
              <a:t>Tsunami &amp; Alert Analysis</a:t>
            </a:r>
          </a:p>
          <a:p>
            <a:r>
              <a:rPr sz="4000" dirty="0"/>
              <a:t>Seismic Trends</a:t>
            </a:r>
          </a:p>
          <a:p>
            <a:r>
              <a:rPr sz="4000" dirty="0"/>
              <a:t>Location &amp; Depth Studies</a:t>
            </a:r>
          </a:p>
        </p:txBody>
      </p:sp>
    </p:spTree>
    <p:extLst>
      <p:ext uri="{BB962C8B-B14F-4D97-AF65-F5344CB8AC3E}">
        <p14:creationId xmlns:p14="http://schemas.microsoft.com/office/powerpoint/2010/main" val="2947402227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B9C7EA-E46F-462A-407F-C020F3B9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364686" cy="1187616"/>
          </a:xfrm>
        </p:spPr>
        <p:txBody>
          <a:bodyPr/>
          <a:lstStyle/>
          <a:p>
            <a:r>
              <a:rPr lang="en-IN" dirty="0"/>
              <a:t>EXAMPLE QUERIES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B128E6-F0EA-69F1-94EB-4A84D2EEB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364686" cy="4702629"/>
          </a:xfrm>
        </p:spPr>
        <p:txBody>
          <a:bodyPr>
            <a:normAutofit/>
          </a:bodyPr>
          <a:lstStyle/>
          <a:p>
            <a:r>
              <a:rPr sz="4000" dirty="0"/>
              <a:t>Top 10 strongest earthquakes</a:t>
            </a:r>
          </a:p>
          <a:p>
            <a:r>
              <a:rPr sz="4000" dirty="0"/>
              <a:t>Year with most earthquakes</a:t>
            </a:r>
          </a:p>
          <a:p>
            <a:r>
              <a:rPr sz="4000" dirty="0"/>
              <a:t>Average magnitude by region</a:t>
            </a:r>
          </a:p>
          <a:p>
            <a:r>
              <a:rPr sz="4000" dirty="0"/>
              <a:t>Tsunamis triggered per year</a:t>
            </a:r>
          </a:p>
          <a:p>
            <a:r>
              <a:rPr sz="4000" dirty="0"/>
              <a:t>Regions with deepest earthquakes</a:t>
            </a:r>
          </a:p>
        </p:txBody>
      </p:sp>
    </p:spTree>
    <p:extLst>
      <p:ext uri="{BB962C8B-B14F-4D97-AF65-F5344CB8AC3E}">
        <p14:creationId xmlns:p14="http://schemas.microsoft.com/office/powerpoint/2010/main" val="650520653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117255-CCBE-9C68-D815-C951369FA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381014" cy="1212358"/>
          </a:xfrm>
        </p:spPr>
        <p:txBody>
          <a:bodyPr/>
          <a:lstStyle/>
          <a:p>
            <a:r>
              <a:rPr lang="en-IN" dirty="0"/>
              <a:t>PERFORMANCE NOTES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5CED56-21FB-E8C8-E22E-5F1195152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381014" cy="4800600"/>
          </a:xfrm>
        </p:spPr>
        <p:txBody>
          <a:bodyPr>
            <a:normAutofit/>
          </a:bodyPr>
          <a:lstStyle/>
          <a:p>
            <a:r>
              <a:rPr sz="4000" dirty="0"/>
              <a:t>Initial data load: 5–10 minutes</a:t>
            </a:r>
          </a:p>
          <a:p>
            <a:r>
              <a:rPr sz="4000" dirty="0"/>
              <a:t>Dashboard queries: few seconds</a:t>
            </a:r>
          </a:p>
          <a:p>
            <a:r>
              <a:rPr sz="4000" dirty="0"/>
              <a:t>Large datasets may take longer</a:t>
            </a:r>
          </a:p>
          <a:p>
            <a:r>
              <a:rPr sz="4000" dirty="0"/>
              <a:t>Database caching improves speed</a:t>
            </a:r>
          </a:p>
        </p:txBody>
      </p:sp>
    </p:spTree>
    <p:extLst>
      <p:ext uri="{BB962C8B-B14F-4D97-AF65-F5344CB8AC3E}">
        <p14:creationId xmlns:p14="http://schemas.microsoft.com/office/powerpoint/2010/main" val="749853451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8038C24-BCBB-4F57-AD7B-B8803DBF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99371" cy="1143000"/>
          </a:xfrm>
        </p:spPr>
        <p:txBody>
          <a:bodyPr/>
          <a:lstStyle/>
          <a:p>
            <a:r>
              <a:rPr lang="en-IN" dirty="0"/>
              <a:t>CONFIGURATION OPTIONS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CBCBBF-6CD9-CA6C-7CBE-5F1603F17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99371" cy="4525963"/>
          </a:xfrm>
        </p:spPr>
        <p:txBody>
          <a:bodyPr>
            <a:normAutofit/>
          </a:bodyPr>
          <a:lstStyle/>
          <a:p>
            <a:r>
              <a:rPr sz="4000" dirty="0"/>
              <a:t>Change minimum magnitude</a:t>
            </a:r>
          </a:p>
          <a:p>
            <a:r>
              <a:rPr sz="4000" dirty="0"/>
              <a:t>Modify date range</a:t>
            </a:r>
          </a:p>
          <a:p>
            <a:r>
              <a:rPr sz="4000" dirty="0"/>
              <a:t>Export data to CSV</a:t>
            </a:r>
          </a:p>
          <a:p>
            <a:r>
              <a:rPr sz="4000" dirty="0"/>
              <a:t>Customize queries</a:t>
            </a:r>
          </a:p>
          <a:p>
            <a:r>
              <a:rPr sz="4000" dirty="0"/>
              <a:t>Adjust database credentials</a:t>
            </a:r>
          </a:p>
        </p:txBody>
      </p:sp>
    </p:spTree>
    <p:extLst>
      <p:ext uri="{BB962C8B-B14F-4D97-AF65-F5344CB8AC3E}">
        <p14:creationId xmlns:p14="http://schemas.microsoft.com/office/powerpoint/2010/main" val="3809930824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5AA0F9-7DBA-F811-0144-B5EEC33A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201400" cy="1143000"/>
          </a:xfrm>
        </p:spPr>
        <p:txBody>
          <a:bodyPr/>
          <a:lstStyle/>
          <a:p>
            <a:r>
              <a:rPr lang="en-IN" dirty="0"/>
              <a:t>TROUBLESHOOTING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E8A392-7215-A8BE-F2A0-500E43CAF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201400" cy="4525963"/>
          </a:xfrm>
        </p:spPr>
        <p:txBody>
          <a:bodyPr>
            <a:normAutofit/>
          </a:bodyPr>
          <a:lstStyle/>
          <a:p>
            <a:r>
              <a:rPr sz="3600" dirty="0"/>
              <a:t>Check MySQL service running</a:t>
            </a:r>
          </a:p>
          <a:p>
            <a:r>
              <a:rPr sz="3600" dirty="0"/>
              <a:t>Verify credentials</a:t>
            </a:r>
          </a:p>
          <a:p>
            <a:r>
              <a:rPr sz="3600" dirty="0"/>
              <a:t>Ensure </a:t>
            </a:r>
            <a:r>
              <a:rPr sz="3600" dirty="0" err="1"/>
              <a:t>Streamlit</a:t>
            </a:r>
            <a:r>
              <a:rPr sz="3600" dirty="0"/>
              <a:t> installed</a:t>
            </a:r>
          </a:p>
          <a:p>
            <a:r>
              <a:rPr sz="3600" dirty="0"/>
              <a:t>Check port availability</a:t>
            </a:r>
          </a:p>
          <a:p>
            <a:r>
              <a:rPr sz="3600" dirty="0"/>
              <a:t>Confirm environment variables</a:t>
            </a:r>
          </a:p>
        </p:txBody>
      </p:sp>
    </p:spTree>
    <p:extLst>
      <p:ext uri="{BB962C8B-B14F-4D97-AF65-F5344CB8AC3E}">
        <p14:creationId xmlns:p14="http://schemas.microsoft.com/office/powerpoint/2010/main" val="1549005082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BD0B93-CEE8-D88F-737F-612306A22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266714" cy="1143000"/>
          </a:xfrm>
        </p:spPr>
        <p:txBody>
          <a:bodyPr/>
          <a:lstStyle/>
          <a:p>
            <a:r>
              <a:rPr lang="en-IN" dirty="0"/>
              <a:t>BENEFITS OF SYSTEM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AFA1F8-1B5D-5371-8F92-616F6CFD3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266714" cy="4525963"/>
          </a:xfrm>
        </p:spPr>
        <p:txBody>
          <a:bodyPr>
            <a:normAutofit/>
          </a:bodyPr>
          <a:lstStyle/>
          <a:p>
            <a:r>
              <a:rPr sz="3600" dirty="0"/>
              <a:t>Automated data ingestion</a:t>
            </a:r>
          </a:p>
          <a:p>
            <a:r>
              <a:rPr sz="3600" dirty="0"/>
              <a:t>Centralized earthquake database</a:t>
            </a:r>
          </a:p>
          <a:p>
            <a:r>
              <a:rPr sz="3600" dirty="0"/>
              <a:t>Fast SQL analytics</a:t>
            </a:r>
          </a:p>
          <a:p>
            <a:r>
              <a:rPr sz="3600" dirty="0"/>
              <a:t>Interactive visualization</a:t>
            </a:r>
          </a:p>
          <a:p>
            <a:r>
              <a:rPr sz="3600" dirty="0"/>
              <a:t>Exportable datasets</a:t>
            </a:r>
          </a:p>
        </p:txBody>
      </p:sp>
    </p:spTree>
    <p:extLst>
      <p:ext uri="{BB962C8B-B14F-4D97-AF65-F5344CB8AC3E}">
        <p14:creationId xmlns:p14="http://schemas.microsoft.com/office/powerpoint/2010/main" val="860681119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E5F175-6388-E41E-4246-468B6F41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446329" cy="1143000"/>
          </a:xfrm>
        </p:spPr>
        <p:txBody>
          <a:bodyPr>
            <a:normAutofit/>
          </a:bodyPr>
          <a:lstStyle/>
          <a:p>
            <a:r>
              <a:rPr lang="en-IN" dirty="0"/>
              <a:t>BENEFITS OF SYSTEM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5A1101-971D-B359-D917-AFDCAE407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446329" cy="4525963"/>
          </a:xfrm>
        </p:spPr>
        <p:txBody>
          <a:bodyPr>
            <a:normAutofit/>
          </a:bodyPr>
          <a:lstStyle/>
          <a:p>
            <a:r>
              <a:rPr sz="4000" dirty="0"/>
              <a:t>Automated data ingestion</a:t>
            </a:r>
          </a:p>
          <a:p>
            <a:r>
              <a:rPr sz="4000" dirty="0"/>
              <a:t>Centralized earthquake database</a:t>
            </a:r>
          </a:p>
          <a:p>
            <a:r>
              <a:rPr sz="4000" dirty="0"/>
              <a:t>Fast SQL analytics</a:t>
            </a:r>
          </a:p>
          <a:p>
            <a:r>
              <a:rPr sz="4000" dirty="0"/>
              <a:t>Interactive visualization</a:t>
            </a:r>
          </a:p>
          <a:p>
            <a:r>
              <a:rPr sz="4000" dirty="0"/>
              <a:t>Exportable datasets</a:t>
            </a:r>
          </a:p>
        </p:txBody>
      </p:sp>
    </p:spTree>
    <p:extLst>
      <p:ext uri="{BB962C8B-B14F-4D97-AF65-F5344CB8AC3E}">
        <p14:creationId xmlns:p14="http://schemas.microsoft.com/office/powerpoint/2010/main" val="2784252113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421-8CD3-F0AB-CF98-BBA8BA81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526" y="3006903"/>
            <a:ext cx="8334376" cy="1325563"/>
          </a:xfrm>
        </p:spPr>
        <p:txBody>
          <a:bodyPr/>
          <a:lstStyle/>
          <a:p>
            <a:r>
              <a:rPr lang="en-IN" dirty="0"/>
              <a:t>THANK YOU FOR YOUR PATIENCE</a:t>
            </a:r>
          </a:p>
        </p:txBody>
      </p:sp>
    </p:spTree>
    <p:extLst>
      <p:ext uri="{BB962C8B-B14F-4D97-AF65-F5344CB8AC3E}">
        <p14:creationId xmlns:p14="http://schemas.microsoft.com/office/powerpoint/2010/main" val="3456465625"/>
      </p:ext>
    </p:extLst>
  </p:cSld>
  <p:clrMapOvr>
    <a:masterClrMapping/>
  </p:clrMapOvr>
  <p:transition spd="slow">
    <p:wipe/>
    <p:sndAc>
      <p:stSnd>
        <p:snd r:embed="rId2" name="cl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Custom 27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4694"/>
      </a:accent1>
      <a:accent2>
        <a:srgbClr val="23737C"/>
      </a:accent2>
      <a:accent3>
        <a:srgbClr val="489CAF"/>
      </a:accent3>
      <a:accent4>
        <a:srgbClr val="E2D02C"/>
      </a:accent4>
      <a:accent5>
        <a:srgbClr val="F26C6E"/>
      </a:accent5>
      <a:accent6>
        <a:srgbClr val="1F2938"/>
      </a:accent6>
      <a:hlink>
        <a:srgbClr val="0563C1"/>
      </a:hlink>
      <a:folHlink>
        <a:srgbClr val="954F72"/>
      </a:folHlink>
    </a:clrScheme>
    <a:fontScheme name="Custom 6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251335_Earth Day presentation_RVA_v3.potx" id="{2E821734-A971-4A99-A887-EE8808B7446A}" vid="{74D09940-9788-4332-97C9-A3EF112A74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EDC6638-3F1D-4CA5-A167-2F719C0876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FDF6E3-4638-4FD3-B9D7-E0E63F2056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159ADF-C50B-4A45-AD13-B0A8152C315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Earth Day slides</Template>
  <TotalTime>32</TotalTime>
  <Words>354</Words>
  <Application>Microsoft Office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Franklin Gothic Book</vt:lpstr>
      <vt:lpstr>Franklin Gothic Demi</vt:lpstr>
      <vt:lpstr>Times New Roman</vt:lpstr>
      <vt:lpstr>Wingdings</vt:lpstr>
      <vt:lpstr>Office Theme</vt:lpstr>
      <vt:lpstr>Global Seismic Trends: Data-Driven Earthquake Insights.</vt:lpstr>
      <vt:lpstr>PROJECT OVERVIEW</vt:lpstr>
      <vt:lpstr>PowerPoint Presentation</vt:lpstr>
      <vt:lpstr>SYSTEM WORKFLOW</vt:lpstr>
      <vt:lpstr>TECHNOLOGIES USED</vt:lpstr>
      <vt:lpstr>DATABASE STRUCTURE</vt:lpstr>
      <vt:lpstr>DATA COLLECTION DETAILS</vt:lpstr>
      <vt:lpstr>DASHBOARD FEATURES</vt:lpstr>
      <vt:lpstr>ANALYSIS CATEGORIES</vt:lpstr>
      <vt:lpstr>EXAMPLE QUERIES</vt:lpstr>
      <vt:lpstr>PERFORMANCE NOTES</vt:lpstr>
      <vt:lpstr>CONFIGURATION OPTIONS</vt:lpstr>
      <vt:lpstr>TROUBLESHOOTING</vt:lpstr>
      <vt:lpstr>BENEFITS OF SYSTEM</vt:lpstr>
      <vt:lpstr>BENEFITS OF SYSTEM</vt:lpstr>
      <vt:lpstr>THANK YOU FOR YOUR PATIENCE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raju</dc:creator>
  <cp:lastModifiedBy>suresh raju</cp:lastModifiedBy>
  <cp:revision>1</cp:revision>
  <dcterms:created xsi:type="dcterms:W3CDTF">2026-02-12T10:10:20Z</dcterms:created>
  <dcterms:modified xsi:type="dcterms:W3CDTF">2026-02-12T10:42:47Z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